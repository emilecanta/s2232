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61" r:id="rId2"/>
    <p:sldId id="256" r:id="rId3"/>
    <p:sldId id="265" r:id="rId4"/>
    <p:sldId id="266" r:id="rId5"/>
    <p:sldId id="263" r:id="rId6"/>
    <p:sldId id="264" r:id="rId7"/>
  </p:sldIdLst>
  <p:sldSz cx="35999738" cy="359997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2F92"/>
    <a:srgbClr val="73FEFF"/>
    <a:srgbClr val="D88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114"/>
    <p:restoredTop sz="94608"/>
  </p:normalViewPr>
  <p:slideViewPr>
    <p:cSldViewPr snapToGrid="0">
      <p:cViewPr>
        <p:scale>
          <a:sx n="30" d="100"/>
          <a:sy n="30" d="100"/>
        </p:scale>
        <p:origin x="632" y="-1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9981" y="5891626"/>
            <a:ext cx="30599777" cy="12533242"/>
          </a:xfrm>
        </p:spPr>
        <p:txBody>
          <a:bodyPr anchor="b"/>
          <a:lstStyle>
            <a:lvl1pPr algn="ctr">
              <a:defRPr sz="2362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499967" y="18908198"/>
            <a:ext cx="26999804" cy="8691601"/>
          </a:xfrm>
        </p:spPr>
        <p:txBody>
          <a:bodyPr/>
          <a:lstStyle>
            <a:lvl1pPr marL="0" indent="0" algn="ctr">
              <a:buNone/>
              <a:defRPr sz="9449"/>
            </a:lvl1pPr>
            <a:lvl2pPr marL="1799996" indent="0" algn="ctr">
              <a:buNone/>
              <a:defRPr sz="7874"/>
            </a:lvl2pPr>
            <a:lvl3pPr marL="3599993" indent="0" algn="ctr">
              <a:buNone/>
              <a:defRPr sz="7087"/>
            </a:lvl3pPr>
            <a:lvl4pPr marL="5399989" indent="0" algn="ctr">
              <a:buNone/>
              <a:defRPr sz="6299"/>
            </a:lvl4pPr>
            <a:lvl5pPr marL="7199986" indent="0" algn="ctr">
              <a:buNone/>
              <a:defRPr sz="6299"/>
            </a:lvl5pPr>
            <a:lvl6pPr marL="8999982" indent="0" algn="ctr">
              <a:buNone/>
              <a:defRPr sz="6299"/>
            </a:lvl6pPr>
            <a:lvl7pPr marL="10799978" indent="0" algn="ctr">
              <a:buNone/>
              <a:defRPr sz="6299"/>
            </a:lvl7pPr>
            <a:lvl8pPr marL="12599975" indent="0" algn="ctr">
              <a:buNone/>
              <a:defRPr sz="6299"/>
            </a:lvl8pPr>
            <a:lvl9pPr marL="14399971" indent="0" algn="ctr">
              <a:buNone/>
              <a:defRPr sz="6299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515BB-51DF-A74E-BFE0-38D04585568E}" type="datetimeFigureOut">
              <a:rPr lang="en-US" smtClean="0"/>
              <a:t>9/17/26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CA43E-8B56-4445-8CD4-17F473A210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3226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515BB-51DF-A74E-BFE0-38D04585568E}" type="datetimeFigureOut">
              <a:rPr lang="en-US" smtClean="0"/>
              <a:t>9/17/26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CA43E-8B56-4445-8CD4-17F473A210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6273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56234" y="8974945"/>
            <a:ext cx="31049774" cy="14974888"/>
          </a:xfrm>
        </p:spPr>
        <p:txBody>
          <a:bodyPr anchor="b"/>
          <a:lstStyle>
            <a:lvl1pPr>
              <a:defRPr sz="2362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56234" y="24091502"/>
            <a:ext cx="31049774" cy="7874940"/>
          </a:xfrm>
        </p:spPr>
        <p:txBody>
          <a:bodyPr/>
          <a:lstStyle>
            <a:lvl1pPr marL="0" indent="0">
              <a:buNone/>
              <a:defRPr sz="9449">
                <a:solidFill>
                  <a:schemeClr val="tx1">
                    <a:tint val="82000"/>
                  </a:schemeClr>
                </a:solidFill>
              </a:defRPr>
            </a:lvl1pPr>
            <a:lvl2pPr marL="1799996" indent="0">
              <a:buNone/>
              <a:defRPr sz="7874">
                <a:solidFill>
                  <a:schemeClr val="tx1">
                    <a:tint val="82000"/>
                  </a:schemeClr>
                </a:solidFill>
              </a:defRPr>
            </a:lvl2pPr>
            <a:lvl3pPr marL="3599993" indent="0">
              <a:buNone/>
              <a:defRPr sz="7087">
                <a:solidFill>
                  <a:schemeClr val="tx1">
                    <a:tint val="82000"/>
                  </a:schemeClr>
                </a:solidFill>
              </a:defRPr>
            </a:lvl3pPr>
            <a:lvl4pPr marL="5399989" indent="0">
              <a:buNone/>
              <a:defRPr sz="6299">
                <a:solidFill>
                  <a:schemeClr val="tx1">
                    <a:tint val="82000"/>
                  </a:schemeClr>
                </a:solidFill>
              </a:defRPr>
            </a:lvl4pPr>
            <a:lvl5pPr marL="7199986" indent="0">
              <a:buNone/>
              <a:defRPr sz="6299">
                <a:solidFill>
                  <a:schemeClr val="tx1">
                    <a:tint val="82000"/>
                  </a:schemeClr>
                </a:solidFill>
              </a:defRPr>
            </a:lvl5pPr>
            <a:lvl6pPr marL="8999982" indent="0">
              <a:buNone/>
              <a:defRPr sz="6299">
                <a:solidFill>
                  <a:schemeClr val="tx1">
                    <a:tint val="82000"/>
                  </a:schemeClr>
                </a:solidFill>
              </a:defRPr>
            </a:lvl6pPr>
            <a:lvl7pPr marL="10799978" indent="0">
              <a:buNone/>
              <a:defRPr sz="6299">
                <a:solidFill>
                  <a:schemeClr val="tx1">
                    <a:tint val="82000"/>
                  </a:schemeClr>
                </a:solidFill>
              </a:defRPr>
            </a:lvl7pPr>
            <a:lvl8pPr marL="12599975" indent="0">
              <a:buNone/>
              <a:defRPr sz="6299">
                <a:solidFill>
                  <a:schemeClr val="tx1">
                    <a:tint val="82000"/>
                  </a:schemeClr>
                </a:solidFill>
              </a:defRPr>
            </a:lvl8pPr>
            <a:lvl9pPr marL="14399971" indent="0">
              <a:buNone/>
              <a:defRPr sz="6299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515BB-51DF-A74E-BFE0-38D04585568E}" type="datetimeFigureOut">
              <a:rPr lang="en-US" smtClean="0"/>
              <a:t>9/17/26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CA43E-8B56-4445-8CD4-17F473A210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57812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474982" y="9583264"/>
            <a:ext cx="15299889" cy="228415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224867" y="9583264"/>
            <a:ext cx="15299889" cy="228415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515BB-51DF-A74E-BFE0-38D04585568E}" type="datetimeFigureOut">
              <a:rPr lang="en-US" smtClean="0"/>
              <a:t>9/17/26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CA43E-8B56-4445-8CD4-17F473A210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05716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79671" y="1916661"/>
            <a:ext cx="31049774" cy="695828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79675" y="8824938"/>
            <a:ext cx="15229574" cy="4324966"/>
          </a:xfrm>
        </p:spPr>
        <p:txBody>
          <a:bodyPr anchor="b"/>
          <a:lstStyle>
            <a:lvl1pPr marL="0" indent="0">
              <a:buNone/>
              <a:defRPr sz="9449" b="1"/>
            </a:lvl1pPr>
            <a:lvl2pPr marL="1799996" indent="0">
              <a:buNone/>
              <a:defRPr sz="7874" b="1"/>
            </a:lvl2pPr>
            <a:lvl3pPr marL="3599993" indent="0">
              <a:buNone/>
              <a:defRPr sz="7087" b="1"/>
            </a:lvl3pPr>
            <a:lvl4pPr marL="5399989" indent="0">
              <a:buNone/>
              <a:defRPr sz="6299" b="1"/>
            </a:lvl4pPr>
            <a:lvl5pPr marL="7199986" indent="0">
              <a:buNone/>
              <a:defRPr sz="6299" b="1"/>
            </a:lvl5pPr>
            <a:lvl6pPr marL="8999982" indent="0">
              <a:buNone/>
              <a:defRPr sz="6299" b="1"/>
            </a:lvl6pPr>
            <a:lvl7pPr marL="10799978" indent="0">
              <a:buNone/>
              <a:defRPr sz="6299" b="1"/>
            </a:lvl7pPr>
            <a:lvl8pPr marL="12599975" indent="0">
              <a:buNone/>
              <a:defRPr sz="6299" b="1"/>
            </a:lvl8pPr>
            <a:lvl9pPr marL="14399971" indent="0">
              <a:buNone/>
              <a:defRPr sz="629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479675" y="13149904"/>
            <a:ext cx="15229574" cy="193415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8224869" y="8824938"/>
            <a:ext cx="15304578" cy="4324966"/>
          </a:xfrm>
        </p:spPr>
        <p:txBody>
          <a:bodyPr anchor="b"/>
          <a:lstStyle>
            <a:lvl1pPr marL="0" indent="0">
              <a:buNone/>
              <a:defRPr sz="9449" b="1"/>
            </a:lvl1pPr>
            <a:lvl2pPr marL="1799996" indent="0">
              <a:buNone/>
              <a:defRPr sz="7874" b="1"/>
            </a:lvl2pPr>
            <a:lvl3pPr marL="3599993" indent="0">
              <a:buNone/>
              <a:defRPr sz="7087" b="1"/>
            </a:lvl3pPr>
            <a:lvl4pPr marL="5399989" indent="0">
              <a:buNone/>
              <a:defRPr sz="6299" b="1"/>
            </a:lvl4pPr>
            <a:lvl5pPr marL="7199986" indent="0">
              <a:buNone/>
              <a:defRPr sz="6299" b="1"/>
            </a:lvl5pPr>
            <a:lvl6pPr marL="8999982" indent="0">
              <a:buNone/>
              <a:defRPr sz="6299" b="1"/>
            </a:lvl6pPr>
            <a:lvl7pPr marL="10799978" indent="0">
              <a:buNone/>
              <a:defRPr sz="6299" b="1"/>
            </a:lvl7pPr>
            <a:lvl8pPr marL="12599975" indent="0">
              <a:buNone/>
              <a:defRPr sz="6299" b="1"/>
            </a:lvl8pPr>
            <a:lvl9pPr marL="14399971" indent="0">
              <a:buNone/>
              <a:defRPr sz="629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8224869" y="13149904"/>
            <a:ext cx="15304578" cy="193415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515BB-51DF-A74E-BFE0-38D04585568E}" type="datetimeFigureOut">
              <a:rPr lang="en-US" smtClean="0"/>
              <a:t>9/17/26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CA43E-8B56-4445-8CD4-17F473A210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6683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515BB-51DF-A74E-BFE0-38D04585568E}" type="datetimeFigureOut">
              <a:rPr lang="en-US" smtClean="0"/>
              <a:t>9/17/26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CA43E-8B56-4445-8CD4-17F473A210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9202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515BB-51DF-A74E-BFE0-38D04585568E}" type="datetimeFigureOut">
              <a:rPr lang="en-US" smtClean="0"/>
              <a:t>9/17/26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CA43E-8B56-4445-8CD4-17F473A210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8522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79671" y="2399982"/>
            <a:ext cx="11610853" cy="8399939"/>
          </a:xfrm>
        </p:spPr>
        <p:txBody>
          <a:bodyPr anchor="b"/>
          <a:lstStyle>
            <a:lvl1pPr>
              <a:defRPr sz="1259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304578" y="5183304"/>
            <a:ext cx="18224867" cy="25583147"/>
          </a:xfrm>
        </p:spPr>
        <p:txBody>
          <a:bodyPr/>
          <a:lstStyle>
            <a:lvl1pPr>
              <a:defRPr sz="12598"/>
            </a:lvl1pPr>
            <a:lvl2pPr>
              <a:defRPr sz="11024"/>
            </a:lvl2pPr>
            <a:lvl3pPr>
              <a:defRPr sz="9449"/>
            </a:lvl3pPr>
            <a:lvl4pPr>
              <a:defRPr sz="7874"/>
            </a:lvl4pPr>
            <a:lvl5pPr>
              <a:defRPr sz="7874"/>
            </a:lvl5pPr>
            <a:lvl6pPr>
              <a:defRPr sz="7874"/>
            </a:lvl6pPr>
            <a:lvl7pPr>
              <a:defRPr sz="7874"/>
            </a:lvl7pPr>
            <a:lvl8pPr>
              <a:defRPr sz="7874"/>
            </a:lvl8pPr>
            <a:lvl9pPr>
              <a:defRPr sz="787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79671" y="10799922"/>
            <a:ext cx="11610853" cy="20008190"/>
          </a:xfrm>
        </p:spPr>
        <p:txBody>
          <a:bodyPr/>
          <a:lstStyle>
            <a:lvl1pPr marL="0" indent="0">
              <a:buNone/>
              <a:defRPr sz="6299"/>
            </a:lvl1pPr>
            <a:lvl2pPr marL="1799996" indent="0">
              <a:buNone/>
              <a:defRPr sz="5512"/>
            </a:lvl2pPr>
            <a:lvl3pPr marL="3599993" indent="0">
              <a:buNone/>
              <a:defRPr sz="4724"/>
            </a:lvl3pPr>
            <a:lvl4pPr marL="5399989" indent="0">
              <a:buNone/>
              <a:defRPr sz="3937"/>
            </a:lvl4pPr>
            <a:lvl5pPr marL="7199986" indent="0">
              <a:buNone/>
              <a:defRPr sz="3937"/>
            </a:lvl5pPr>
            <a:lvl6pPr marL="8999982" indent="0">
              <a:buNone/>
              <a:defRPr sz="3937"/>
            </a:lvl6pPr>
            <a:lvl7pPr marL="10799978" indent="0">
              <a:buNone/>
              <a:defRPr sz="3937"/>
            </a:lvl7pPr>
            <a:lvl8pPr marL="12599975" indent="0">
              <a:buNone/>
              <a:defRPr sz="3937"/>
            </a:lvl8pPr>
            <a:lvl9pPr marL="14399971" indent="0">
              <a:buNone/>
              <a:defRPr sz="393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515BB-51DF-A74E-BFE0-38D04585568E}" type="datetimeFigureOut">
              <a:rPr lang="en-US" smtClean="0"/>
              <a:t>9/17/26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CA43E-8B56-4445-8CD4-17F473A210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55190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79671" y="2399982"/>
            <a:ext cx="11610853" cy="8399939"/>
          </a:xfrm>
        </p:spPr>
        <p:txBody>
          <a:bodyPr anchor="b"/>
          <a:lstStyle>
            <a:lvl1pPr>
              <a:defRPr sz="1259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304578" y="5183304"/>
            <a:ext cx="18224867" cy="25583147"/>
          </a:xfrm>
        </p:spPr>
        <p:txBody>
          <a:bodyPr anchor="t"/>
          <a:lstStyle>
            <a:lvl1pPr marL="0" indent="0">
              <a:buNone/>
              <a:defRPr sz="12598"/>
            </a:lvl1pPr>
            <a:lvl2pPr marL="1799996" indent="0">
              <a:buNone/>
              <a:defRPr sz="11024"/>
            </a:lvl2pPr>
            <a:lvl3pPr marL="3599993" indent="0">
              <a:buNone/>
              <a:defRPr sz="9449"/>
            </a:lvl3pPr>
            <a:lvl4pPr marL="5399989" indent="0">
              <a:buNone/>
              <a:defRPr sz="7874"/>
            </a:lvl4pPr>
            <a:lvl5pPr marL="7199986" indent="0">
              <a:buNone/>
              <a:defRPr sz="7874"/>
            </a:lvl5pPr>
            <a:lvl6pPr marL="8999982" indent="0">
              <a:buNone/>
              <a:defRPr sz="7874"/>
            </a:lvl6pPr>
            <a:lvl7pPr marL="10799978" indent="0">
              <a:buNone/>
              <a:defRPr sz="7874"/>
            </a:lvl7pPr>
            <a:lvl8pPr marL="12599975" indent="0">
              <a:buNone/>
              <a:defRPr sz="7874"/>
            </a:lvl8pPr>
            <a:lvl9pPr marL="14399971" indent="0">
              <a:buNone/>
              <a:defRPr sz="7874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79671" y="10799922"/>
            <a:ext cx="11610853" cy="20008190"/>
          </a:xfrm>
        </p:spPr>
        <p:txBody>
          <a:bodyPr/>
          <a:lstStyle>
            <a:lvl1pPr marL="0" indent="0">
              <a:buNone/>
              <a:defRPr sz="6299"/>
            </a:lvl1pPr>
            <a:lvl2pPr marL="1799996" indent="0">
              <a:buNone/>
              <a:defRPr sz="5512"/>
            </a:lvl2pPr>
            <a:lvl3pPr marL="3599993" indent="0">
              <a:buNone/>
              <a:defRPr sz="4724"/>
            </a:lvl3pPr>
            <a:lvl4pPr marL="5399989" indent="0">
              <a:buNone/>
              <a:defRPr sz="3937"/>
            </a:lvl4pPr>
            <a:lvl5pPr marL="7199986" indent="0">
              <a:buNone/>
              <a:defRPr sz="3937"/>
            </a:lvl5pPr>
            <a:lvl6pPr marL="8999982" indent="0">
              <a:buNone/>
              <a:defRPr sz="3937"/>
            </a:lvl6pPr>
            <a:lvl7pPr marL="10799978" indent="0">
              <a:buNone/>
              <a:defRPr sz="3937"/>
            </a:lvl7pPr>
            <a:lvl8pPr marL="12599975" indent="0">
              <a:buNone/>
              <a:defRPr sz="3937"/>
            </a:lvl8pPr>
            <a:lvl9pPr marL="14399971" indent="0">
              <a:buNone/>
              <a:defRPr sz="393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515BB-51DF-A74E-BFE0-38D04585568E}" type="datetimeFigureOut">
              <a:rPr lang="en-US" smtClean="0"/>
              <a:t>9/17/26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CA43E-8B56-4445-8CD4-17F473A210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2899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515BB-51DF-A74E-BFE0-38D04585568E}" type="datetimeFigureOut">
              <a:rPr lang="en-US" smtClean="0"/>
              <a:t>9/17/26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CA43E-8B56-4445-8CD4-17F473A210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0320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5762314" y="1916653"/>
            <a:ext cx="7762444" cy="3050811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474984" y="1916653"/>
            <a:ext cx="22837334" cy="3050811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515BB-51DF-A74E-BFE0-38D04585568E}" type="datetimeFigureOut">
              <a:rPr lang="en-US" smtClean="0"/>
              <a:t>9/17/26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BCA43E-8B56-4445-8CD4-17F473A210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3726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474982" y="1916661"/>
            <a:ext cx="31049774" cy="69582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74982" y="9583264"/>
            <a:ext cx="31049774" cy="228415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474982" y="33366432"/>
            <a:ext cx="8099941" cy="19166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72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8515BB-51DF-A74E-BFE0-38D04585568E}" type="datetimeFigureOut">
              <a:rPr lang="en-US" smtClean="0"/>
              <a:t>9/17/26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924913" y="33366432"/>
            <a:ext cx="12149912" cy="19166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72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5424815" y="33366432"/>
            <a:ext cx="8099941" cy="19166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72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BCA43E-8B56-4445-8CD4-17F473A210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12375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3599993" rtl="0" eaLnBrk="1" latinLnBrk="0" hangingPunct="1">
        <a:lnSpc>
          <a:spcPct val="90000"/>
        </a:lnSpc>
        <a:spcBef>
          <a:spcPct val="0"/>
        </a:spcBef>
        <a:buNone/>
        <a:defRPr sz="1732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99998" indent="-899998" algn="l" defTabSz="3599993" rtl="0" eaLnBrk="1" latinLnBrk="0" hangingPunct="1">
        <a:lnSpc>
          <a:spcPct val="90000"/>
        </a:lnSpc>
        <a:spcBef>
          <a:spcPts val="3937"/>
        </a:spcBef>
        <a:buFont typeface="Arial" panose="020B0604020202020204" pitchFamily="34" charset="0"/>
        <a:buChar char="•"/>
        <a:defRPr sz="11024" kern="1200">
          <a:solidFill>
            <a:schemeClr val="tx1"/>
          </a:solidFill>
          <a:latin typeface="+mn-lt"/>
          <a:ea typeface="+mn-ea"/>
          <a:cs typeface="+mn-cs"/>
        </a:defRPr>
      </a:lvl1pPr>
      <a:lvl2pPr marL="2699995" indent="-899998" algn="l" defTabSz="3599993" rtl="0" eaLnBrk="1" latinLnBrk="0" hangingPunct="1">
        <a:lnSpc>
          <a:spcPct val="90000"/>
        </a:lnSpc>
        <a:spcBef>
          <a:spcPts val="1968"/>
        </a:spcBef>
        <a:buFont typeface="Arial" panose="020B0604020202020204" pitchFamily="34" charset="0"/>
        <a:buChar char="•"/>
        <a:defRPr sz="9449" kern="1200">
          <a:solidFill>
            <a:schemeClr val="tx1"/>
          </a:solidFill>
          <a:latin typeface="+mn-lt"/>
          <a:ea typeface="+mn-ea"/>
          <a:cs typeface="+mn-cs"/>
        </a:defRPr>
      </a:lvl2pPr>
      <a:lvl3pPr marL="4499991" indent="-899998" algn="l" defTabSz="3599993" rtl="0" eaLnBrk="1" latinLnBrk="0" hangingPunct="1">
        <a:lnSpc>
          <a:spcPct val="90000"/>
        </a:lnSpc>
        <a:spcBef>
          <a:spcPts val="1968"/>
        </a:spcBef>
        <a:buFont typeface="Arial" panose="020B0604020202020204" pitchFamily="34" charset="0"/>
        <a:buChar char="•"/>
        <a:defRPr sz="7874" kern="1200">
          <a:solidFill>
            <a:schemeClr val="tx1"/>
          </a:solidFill>
          <a:latin typeface="+mn-lt"/>
          <a:ea typeface="+mn-ea"/>
          <a:cs typeface="+mn-cs"/>
        </a:defRPr>
      </a:lvl3pPr>
      <a:lvl4pPr marL="6299987" indent="-899998" algn="l" defTabSz="3599993" rtl="0" eaLnBrk="1" latinLnBrk="0" hangingPunct="1">
        <a:lnSpc>
          <a:spcPct val="90000"/>
        </a:lnSpc>
        <a:spcBef>
          <a:spcPts val="1968"/>
        </a:spcBef>
        <a:buFont typeface="Arial" panose="020B0604020202020204" pitchFamily="34" charset="0"/>
        <a:buChar char="•"/>
        <a:defRPr sz="7087" kern="1200">
          <a:solidFill>
            <a:schemeClr val="tx1"/>
          </a:solidFill>
          <a:latin typeface="+mn-lt"/>
          <a:ea typeface="+mn-ea"/>
          <a:cs typeface="+mn-cs"/>
        </a:defRPr>
      </a:lvl4pPr>
      <a:lvl5pPr marL="8099984" indent="-899998" algn="l" defTabSz="3599993" rtl="0" eaLnBrk="1" latinLnBrk="0" hangingPunct="1">
        <a:lnSpc>
          <a:spcPct val="90000"/>
        </a:lnSpc>
        <a:spcBef>
          <a:spcPts val="1968"/>
        </a:spcBef>
        <a:buFont typeface="Arial" panose="020B0604020202020204" pitchFamily="34" charset="0"/>
        <a:buChar char="•"/>
        <a:defRPr sz="7087" kern="1200">
          <a:solidFill>
            <a:schemeClr val="tx1"/>
          </a:solidFill>
          <a:latin typeface="+mn-lt"/>
          <a:ea typeface="+mn-ea"/>
          <a:cs typeface="+mn-cs"/>
        </a:defRPr>
      </a:lvl5pPr>
      <a:lvl6pPr marL="9899980" indent="-899998" algn="l" defTabSz="3599993" rtl="0" eaLnBrk="1" latinLnBrk="0" hangingPunct="1">
        <a:lnSpc>
          <a:spcPct val="90000"/>
        </a:lnSpc>
        <a:spcBef>
          <a:spcPts val="1968"/>
        </a:spcBef>
        <a:buFont typeface="Arial" panose="020B0604020202020204" pitchFamily="34" charset="0"/>
        <a:buChar char="•"/>
        <a:defRPr sz="7087" kern="1200">
          <a:solidFill>
            <a:schemeClr val="tx1"/>
          </a:solidFill>
          <a:latin typeface="+mn-lt"/>
          <a:ea typeface="+mn-ea"/>
          <a:cs typeface="+mn-cs"/>
        </a:defRPr>
      </a:lvl6pPr>
      <a:lvl7pPr marL="11699977" indent="-899998" algn="l" defTabSz="3599993" rtl="0" eaLnBrk="1" latinLnBrk="0" hangingPunct="1">
        <a:lnSpc>
          <a:spcPct val="90000"/>
        </a:lnSpc>
        <a:spcBef>
          <a:spcPts val="1968"/>
        </a:spcBef>
        <a:buFont typeface="Arial" panose="020B0604020202020204" pitchFamily="34" charset="0"/>
        <a:buChar char="•"/>
        <a:defRPr sz="7087" kern="1200">
          <a:solidFill>
            <a:schemeClr val="tx1"/>
          </a:solidFill>
          <a:latin typeface="+mn-lt"/>
          <a:ea typeface="+mn-ea"/>
          <a:cs typeface="+mn-cs"/>
        </a:defRPr>
      </a:lvl7pPr>
      <a:lvl8pPr marL="13499973" indent="-899998" algn="l" defTabSz="3599993" rtl="0" eaLnBrk="1" latinLnBrk="0" hangingPunct="1">
        <a:lnSpc>
          <a:spcPct val="90000"/>
        </a:lnSpc>
        <a:spcBef>
          <a:spcPts val="1968"/>
        </a:spcBef>
        <a:buFont typeface="Arial" panose="020B0604020202020204" pitchFamily="34" charset="0"/>
        <a:buChar char="•"/>
        <a:defRPr sz="7087" kern="1200">
          <a:solidFill>
            <a:schemeClr val="tx1"/>
          </a:solidFill>
          <a:latin typeface="+mn-lt"/>
          <a:ea typeface="+mn-ea"/>
          <a:cs typeface="+mn-cs"/>
        </a:defRPr>
      </a:lvl8pPr>
      <a:lvl9pPr marL="15299969" indent="-899998" algn="l" defTabSz="3599993" rtl="0" eaLnBrk="1" latinLnBrk="0" hangingPunct="1">
        <a:lnSpc>
          <a:spcPct val="90000"/>
        </a:lnSpc>
        <a:spcBef>
          <a:spcPts val="1968"/>
        </a:spcBef>
        <a:buFont typeface="Arial" panose="020B0604020202020204" pitchFamily="34" charset="0"/>
        <a:buChar char="•"/>
        <a:defRPr sz="708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599993" rtl="0" eaLnBrk="1" latinLnBrk="0" hangingPunct="1">
        <a:defRPr sz="7087" kern="1200">
          <a:solidFill>
            <a:schemeClr val="tx1"/>
          </a:solidFill>
          <a:latin typeface="+mn-lt"/>
          <a:ea typeface="+mn-ea"/>
          <a:cs typeface="+mn-cs"/>
        </a:defRPr>
      </a:lvl1pPr>
      <a:lvl2pPr marL="1799996" algn="l" defTabSz="3599993" rtl="0" eaLnBrk="1" latinLnBrk="0" hangingPunct="1">
        <a:defRPr sz="7087" kern="1200">
          <a:solidFill>
            <a:schemeClr val="tx1"/>
          </a:solidFill>
          <a:latin typeface="+mn-lt"/>
          <a:ea typeface="+mn-ea"/>
          <a:cs typeface="+mn-cs"/>
        </a:defRPr>
      </a:lvl2pPr>
      <a:lvl3pPr marL="3599993" algn="l" defTabSz="3599993" rtl="0" eaLnBrk="1" latinLnBrk="0" hangingPunct="1">
        <a:defRPr sz="7087" kern="1200">
          <a:solidFill>
            <a:schemeClr val="tx1"/>
          </a:solidFill>
          <a:latin typeface="+mn-lt"/>
          <a:ea typeface="+mn-ea"/>
          <a:cs typeface="+mn-cs"/>
        </a:defRPr>
      </a:lvl3pPr>
      <a:lvl4pPr marL="5399989" algn="l" defTabSz="3599993" rtl="0" eaLnBrk="1" latinLnBrk="0" hangingPunct="1">
        <a:defRPr sz="7087" kern="1200">
          <a:solidFill>
            <a:schemeClr val="tx1"/>
          </a:solidFill>
          <a:latin typeface="+mn-lt"/>
          <a:ea typeface="+mn-ea"/>
          <a:cs typeface="+mn-cs"/>
        </a:defRPr>
      </a:lvl4pPr>
      <a:lvl5pPr marL="7199986" algn="l" defTabSz="3599993" rtl="0" eaLnBrk="1" latinLnBrk="0" hangingPunct="1">
        <a:defRPr sz="7087" kern="1200">
          <a:solidFill>
            <a:schemeClr val="tx1"/>
          </a:solidFill>
          <a:latin typeface="+mn-lt"/>
          <a:ea typeface="+mn-ea"/>
          <a:cs typeface="+mn-cs"/>
        </a:defRPr>
      </a:lvl5pPr>
      <a:lvl6pPr marL="8999982" algn="l" defTabSz="3599993" rtl="0" eaLnBrk="1" latinLnBrk="0" hangingPunct="1">
        <a:defRPr sz="7087" kern="1200">
          <a:solidFill>
            <a:schemeClr val="tx1"/>
          </a:solidFill>
          <a:latin typeface="+mn-lt"/>
          <a:ea typeface="+mn-ea"/>
          <a:cs typeface="+mn-cs"/>
        </a:defRPr>
      </a:lvl6pPr>
      <a:lvl7pPr marL="10799978" algn="l" defTabSz="3599993" rtl="0" eaLnBrk="1" latinLnBrk="0" hangingPunct="1">
        <a:defRPr sz="7087" kern="1200">
          <a:solidFill>
            <a:schemeClr val="tx1"/>
          </a:solidFill>
          <a:latin typeface="+mn-lt"/>
          <a:ea typeface="+mn-ea"/>
          <a:cs typeface="+mn-cs"/>
        </a:defRPr>
      </a:lvl7pPr>
      <a:lvl8pPr marL="12599975" algn="l" defTabSz="3599993" rtl="0" eaLnBrk="1" latinLnBrk="0" hangingPunct="1">
        <a:defRPr sz="7087" kern="1200">
          <a:solidFill>
            <a:schemeClr val="tx1"/>
          </a:solidFill>
          <a:latin typeface="+mn-lt"/>
          <a:ea typeface="+mn-ea"/>
          <a:cs typeface="+mn-cs"/>
        </a:defRPr>
      </a:lvl8pPr>
      <a:lvl9pPr marL="14399971" algn="l" defTabSz="3599993" rtl="0" eaLnBrk="1" latinLnBrk="0" hangingPunct="1">
        <a:defRPr sz="708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E81BCF-A196-5D4B-502B-6E21C8848B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5134F56B-B9F4-C66B-BE2F-E163CEFACFD6}"/>
              </a:ext>
            </a:extLst>
          </p:cNvPr>
          <p:cNvGrpSpPr/>
          <p:nvPr/>
        </p:nvGrpSpPr>
        <p:grpSpPr>
          <a:xfrm>
            <a:off x="6231600" y="4573860"/>
            <a:ext cx="23040000" cy="23040000"/>
            <a:chOff x="6231600" y="4474800"/>
            <a:chExt cx="23040000" cy="23040000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E93E2385-A320-61A0-07AF-C8EC05830490}"/>
                </a:ext>
              </a:extLst>
            </p:cNvPr>
            <p:cNvSpPr/>
            <p:nvPr/>
          </p:nvSpPr>
          <p:spPr>
            <a:xfrm>
              <a:off x="6231600" y="4474800"/>
              <a:ext cx="23040000" cy="23040000"/>
            </a:xfrm>
            <a:prstGeom prst="rect">
              <a:avLst/>
            </a:prstGeom>
            <a:noFill/>
            <a:ln w="63500">
              <a:solidFill>
                <a:schemeClr val="accent5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9D83F6DE-3AC0-7C2F-1978-F72A778D302A}"/>
                </a:ext>
              </a:extLst>
            </p:cNvPr>
            <p:cNvCxnSpPr/>
            <p:nvPr/>
          </p:nvCxnSpPr>
          <p:spPr>
            <a:xfrm>
              <a:off x="6231600" y="26143200"/>
              <a:ext cx="0" cy="1371600"/>
            </a:xfrm>
            <a:prstGeom prst="line">
              <a:avLst/>
            </a:prstGeom>
            <a:ln w="63500">
              <a:solidFill>
                <a:srgbClr val="D883FF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AEDF1E2-D28D-0A28-DADF-DB8340E40DE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900000" y="4474800"/>
              <a:ext cx="1371600" cy="0"/>
            </a:xfrm>
            <a:prstGeom prst="line">
              <a:avLst/>
            </a:prstGeom>
            <a:ln w="63500">
              <a:solidFill>
                <a:srgbClr val="D883FF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F27B62C6-E5EB-04EE-068A-94C1EDE7559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31600" y="4474800"/>
              <a:ext cx="21668400" cy="21668400"/>
            </a:xfrm>
            <a:prstGeom prst="line">
              <a:avLst/>
            </a:prstGeom>
            <a:ln w="63500">
              <a:solidFill>
                <a:srgbClr val="D883FF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Title 1">
            <a:extLst>
              <a:ext uri="{FF2B5EF4-FFF2-40B4-BE49-F238E27FC236}">
                <a16:creationId xmlns:a16="http://schemas.microsoft.com/office/drawing/2014/main" id="{A7784A62-A16A-B5D5-6892-4614F0CAB09D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4592080" cy="40499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359999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3622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D3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2F2DC5D-50BB-BAC9-16FB-DE51D747F84A}"/>
              </a:ext>
            </a:extLst>
          </p:cNvPr>
          <p:cNvSpPr txBox="1"/>
          <p:nvPr/>
        </p:nvSpPr>
        <p:spPr>
          <a:xfrm>
            <a:off x="25663190" y="1193980"/>
            <a:ext cx="1033654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/>
              <a:t>Notes: Length from corners = 3.81 mm</a:t>
            </a:r>
          </a:p>
        </p:txBody>
      </p:sp>
    </p:spTree>
    <p:extLst>
      <p:ext uri="{BB962C8B-B14F-4D97-AF65-F5344CB8AC3E}">
        <p14:creationId xmlns:p14="http://schemas.microsoft.com/office/powerpoint/2010/main" val="20318498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214FC87-2B17-A902-A02C-DCC2B0F4C0D6}"/>
              </a:ext>
            </a:extLst>
          </p:cNvPr>
          <p:cNvSpPr/>
          <p:nvPr/>
        </p:nvSpPr>
        <p:spPr>
          <a:xfrm>
            <a:off x="4575469" y="2820533"/>
            <a:ext cx="26848800" cy="26388000"/>
          </a:xfrm>
          <a:prstGeom prst="rect">
            <a:avLst/>
          </a:prstGeom>
          <a:noFill/>
          <a:ln w="635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AFE8A7C-FCBD-A303-F68C-E33A8398D7CA}"/>
              </a:ext>
            </a:extLst>
          </p:cNvPr>
          <p:cNvSpPr/>
          <p:nvPr/>
        </p:nvSpPr>
        <p:spPr>
          <a:xfrm>
            <a:off x="6303600" y="4366800"/>
            <a:ext cx="24390000" cy="23828400"/>
          </a:xfrm>
          <a:prstGeom prst="rect">
            <a:avLst/>
          </a:prstGeom>
          <a:noFill/>
          <a:ln w="635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4C3E48F-3DF5-310F-E9D7-CC39CD405617}"/>
              </a:ext>
            </a:extLst>
          </p:cNvPr>
          <p:cNvSpPr txBox="1"/>
          <p:nvPr/>
        </p:nvSpPr>
        <p:spPr>
          <a:xfrm>
            <a:off x="17073816" y="1607770"/>
            <a:ext cx="204575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/>
              <a:t>74.58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50D363C-86C3-45B9-FE18-7E3EEBED158C}"/>
              </a:ext>
            </a:extLst>
          </p:cNvPr>
          <p:cNvSpPr txBox="1"/>
          <p:nvPr/>
        </p:nvSpPr>
        <p:spPr>
          <a:xfrm>
            <a:off x="2695528" y="16984206"/>
            <a:ext cx="163538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/>
              <a:t>73.3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56F336B-EB67-69A3-3C00-A95311E34648}"/>
              </a:ext>
            </a:extLst>
          </p:cNvPr>
          <p:cNvSpPr txBox="1"/>
          <p:nvPr/>
        </p:nvSpPr>
        <p:spPr>
          <a:xfrm>
            <a:off x="17073816" y="3284668"/>
            <a:ext cx="204575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67.75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C50FD66-A9C0-8E68-D638-7AFB994374A7}"/>
              </a:ext>
            </a:extLst>
          </p:cNvPr>
          <p:cNvSpPr txBox="1"/>
          <p:nvPr/>
        </p:nvSpPr>
        <p:spPr>
          <a:xfrm>
            <a:off x="2296040" y="9501416"/>
            <a:ext cx="204575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66.19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316E82D4-3E8E-89B3-4346-FA4D04E9A082}"/>
              </a:ext>
            </a:extLst>
          </p:cNvPr>
          <p:cNvCxnSpPr>
            <a:cxnSpLocks/>
          </p:cNvCxnSpPr>
          <p:nvPr/>
        </p:nvCxnSpPr>
        <p:spPr>
          <a:xfrm flipV="1">
            <a:off x="6303600" y="26398800"/>
            <a:ext cx="0" cy="1796400"/>
          </a:xfrm>
          <a:prstGeom prst="line">
            <a:avLst/>
          </a:prstGeom>
          <a:ln w="76200">
            <a:solidFill>
              <a:srgbClr val="FF2F9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7EFC6A89-65FE-4F35-C3AC-235F374A5AB4}"/>
              </a:ext>
            </a:extLst>
          </p:cNvPr>
          <p:cNvCxnSpPr>
            <a:cxnSpLocks/>
          </p:cNvCxnSpPr>
          <p:nvPr/>
        </p:nvCxnSpPr>
        <p:spPr>
          <a:xfrm>
            <a:off x="28543170" y="4366800"/>
            <a:ext cx="2156400" cy="0"/>
          </a:xfrm>
          <a:prstGeom prst="line">
            <a:avLst/>
          </a:prstGeom>
          <a:ln w="63500">
            <a:solidFill>
              <a:srgbClr val="FF2F9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6B40463D-E498-80C2-18A0-25D6CAFD8CA5}"/>
              </a:ext>
            </a:extLst>
          </p:cNvPr>
          <p:cNvCxnSpPr>
            <a:cxnSpLocks/>
          </p:cNvCxnSpPr>
          <p:nvPr/>
        </p:nvCxnSpPr>
        <p:spPr>
          <a:xfrm flipH="1">
            <a:off x="6303599" y="4366799"/>
            <a:ext cx="22239571" cy="22032001"/>
          </a:xfrm>
          <a:prstGeom prst="line">
            <a:avLst/>
          </a:prstGeom>
          <a:ln w="63500">
            <a:solidFill>
              <a:srgbClr val="FF2F9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F9F034C7-089C-77F7-6401-498AA2ACA503}"/>
              </a:ext>
            </a:extLst>
          </p:cNvPr>
          <p:cNvCxnSpPr/>
          <p:nvPr/>
        </p:nvCxnSpPr>
        <p:spPr>
          <a:xfrm>
            <a:off x="23713440" y="1607770"/>
            <a:ext cx="3352800" cy="0"/>
          </a:xfrm>
          <a:prstGeom prst="straightConnector1">
            <a:avLst/>
          </a:prstGeom>
          <a:ln w="82550"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20F34580-27F2-F485-2E2C-0F135F2ECBBD}"/>
              </a:ext>
            </a:extLst>
          </p:cNvPr>
          <p:cNvSpPr txBox="1"/>
          <p:nvPr/>
        </p:nvSpPr>
        <p:spPr>
          <a:xfrm>
            <a:off x="22697885" y="395008"/>
            <a:ext cx="538391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/>
              <a:t>1.5 wiggle room</a:t>
            </a:r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77C650FB-27EA-6461-5717-BCCD91918EA7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4592080" cy="40499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359999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3622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D3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A0302C7-AE77-052D-9436-A6EDAE59394B}"/>
              </a:ext>
            </a:extLst>
          </p:cNvPr>
          <p:cNvSpPr txBox="1"/>
          <p:nvPr/>
        </p:nvSpPr>
        <p:spPr>
          <a:xfrm>
            <a:off x="28803678" y="3183507"/>
            <a:ext cx="163538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>
                <a:solidFill>
                  <a:srgbClr val="FF2F92"/>
                </a:solidFill>
              </a:rPr>
              <a:t>5.99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5F24380-14AE-95E7-A8F0-7B10528BACB9}"/>
              </a:ext>
            </a:extLst>
          </p:cNvPr>
          <p:cNvSpPr txBox="1"/>
          <p:nvPr/>
        </p:nvSpPr>
        <p:spPr>
          <a:xfrm>
            <a:off x="4662246" y="26789168"/>
            <a:ext cx="163538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>
                <a:solidFill>
                  <a:srgbClr val="FF2F92"/>
                </a:solidFill>
              </a:rPr>
              <a:t>4.99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C4B1FE4-5BF4-B8F5-8DC9-379737480A6C}"/>
              </a:ext>
            </a:extLst>
          </p:cNvPr>
          <p:cNvSpPr txBox="1"/>
          <p:nvPr/>
        </p:nvSpPr>
        <p:spPr>
          <a:xfrm>
            <a:off x="3513220" y="30348169"/>
            <a:ext cx="16288818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/>
              <a:t>Notes: Silicon placed 0.3mm from top, 1.79 mm from bottom</a:t>
            </a:r>
          </a:p>
          <a:p>
            <a:r>
              <a:rPr lang="en-US" sz="4800" dirty="0"/>
              <a:t>Best Silicon Placement: </a:t>
            </a:r>
          </a:p>
          <a:p>
            <a:r>
              <a:rPr lang="en-US" sz="4800" dirty="0"/>
              <a:t>From top = 0.3 mm</a:t>
            </a:r>
          </a:p>
          <a:p>
            <a:r>
              <a:rPr lang="en-US" sz="4800" dirty="0"/>
              <a:t>From bottom </a:t>
            </a:r>
            <a:r>
              <a:rPr lang="en-US" sz="4800"/>
              <a:t>= 1.79 mm</a:t>
            </a:r>
            <a:endParaRPr lang="en-US" sz="4800" dirty="0"/>
          </a:p>
          <a:p>
            <a:r>
              <a:rPr lang="en-US" sz="4800" dirty="0"/>
              <a:t>From left = 1.02 mm</a:t>
            </a:r>
          </a:p>
          <a:p>
            <a:r>
              <a:rPr lang="en-US" sz="4800" dirty="0" err="1"/>
              <a:t>Fromt</a:t>
            </a:r>
            <a:r>
              <a:rPr lang="en-US" sz="4800" dirty="0"/>
              <a:t> right = 2.74 mm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CAFB6A15-9DF7-2BD7-8643-DC1F4333480E}"/>
              </a:ext>
            </a:extLst>
          </p:cNvPr>
          <p:cNvGrpSpPr/>
          <p:nvPr/>
        </p:nvGrpSpPr>
        <p:grpSpPr>
          <a:xfrm>
            <a:off x="6670600" y="4474800"/>
            <a:ext cx="23040000" cy="23040000"/>
            <a:chOff x="6231600" y="4474800"/>
            <a:chExt cx="23040000" cy="23040000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80FDD857-B234-15D5-1090-2C1FC0F966EC}"/>
                </a:ext>
              </a:extLst>
            </p:cNvPr>
            <p:cNvSpPr/>
            <p:nvPr/>
          </p:nvSpPr>
          <p:spPr>
            <a:xfrm>
              <a:off x="6231600" y="4474800"/>
              <a:ext cx="23040000" cy="23040000"/>
            </a:xfrm>
            <a:prstGeom prst="rect">
              <a:avLst/>
            </a:prstGeom>
            <a:noFill/>
            <a:ln w="63500">
              <a:solidFill>
                <a:schemeClr val="accent5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53306B10-BC90-A590-4A32-500D9A612A8D}"/>
                </a:ext>
              </a:extLst>
            </p:cNvPr>
            <p:cNvCxnSpPr/>
            <p:nvPr/>
          </p:nvCxnSpPr>
          <p:spPr>
            <a:xfrm>
              <a:off x="6231600" y="26143200"/>
              <a:ext cx="0" cy="1371600"/>
            </a:xfrm>
            <a:prstGeom prst="line">
              <a:avLst/>
            </a:prstGeom>
            <a:ln w="63500">
              <a:solidFill>
                <a:srgbClr val="D883FF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E42AD508-8FF0-56E1-64E3-D805E1C2C39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900000" y="4474800"/>
              <a:ext cx="1371600" cy="0"/>
            </a:xfrm>
            <a:prstGeom prst="line">
              <a:avLst/>
            </a:prstGeom>
            <a:ln w="63500">
              <a:solidFill>
                <a:srgbClr val="D883FF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42EC7E5E-8E20-C7F7-4EFE-CC99F38308A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31600" y="4474800"/>
              <a:ext cx="21668400" cy="21668400"/>
            </a:xfrm>
            <a:prstGeom prst="line">
              <a:avLst/>
            </a:prstGeom>
            <a:ln w="63500">
              <a:solidFill>
                <a:srgbClr val="D883FF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0186981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E0E438-F9E6-2729-1C3A-4D69BB875A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3DDC4B09-9CED-0C9D-03D3-5020370FC6AD}"/>
              </a:ext>
            </a:extLst>
          </p:cNvPr>
          <p:cNvGrpSpPr/>
          <p:nvPr/>
        </p:nvGrpSpPr>
        <p:grpSpPr>
          <a:xfrm>
            <a:off x="6231600" y="4573860"/>
            <a:ext cx="23040000" cy="23040000"/>
            <a:chOff x="6231600" y="4474800"/>
            <a:chExt cx="23040000" cy="23040000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72114063-2F0A-97B9-B2F7-469570AC6253}"/>
                </a:ext>
              </a:extLst>
            </p:cNvPr>
            <p:cNvSpPr/>
            <p:nvPr/>
          </p:nvSpPr>
          <p:spPr>
            <a:xfrm>
              <a:off x="6231600" y="4474800"/>
              <a:ext cx="23040000" cy="23040000"/>
            </a:xfrm>
            <a:prstGeom prst="rect">
              <a:avLst/>
            </a:prstGeom>
            <a:noFill/>
            <a:ln w="63500">
              <a:solidFill>
                <a:schemeClr val="accent5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5CF51B58-E7A9-50BC-1003-896ADAEB0380}"/>
                </a:ext>
              </a:extLst>
            </p:cNvPr>
            <p:cNvCxnSpPr/>
            <p:nvPr/>
          </p:nvCxnSpPr>
          <p:spPr>
            <a:xfrm>
              <a:off x="6231600" y="4474800"/>
              <a:ext cx="0" cy="2242800"/>
            </a:xfrm>
            <a:prstGeom prst="line">
              <a:avLst/>
            </a:prstGeom>
            <a:ln w="63500">
              <a:solidFill>
                <a:srgbClr val="D883FF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D3617EFE-9CC1-170B-C7D2-F7C076F1898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028800" y="27514800"/>
              <a:ext cx="2242800" cy="0"/>
            </a:xfrm>
            <a:prstGeom prst="line">
              <a:avLst/>
            </a:prstGeom>
            <a:ln w="63500">
              <a:solidFill>
                <a:srgbClr val="D883FF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B903B719-A2C2-1082-B13C-7F9BA043867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231600" y="6717600"/>
              <a:ext cx="20797200" cy="20797200"/>
            </a:xfrm>
            <a:prstGeom prst="line">
              <a:avLst/>
            </a:prstGeom>
            <a:ln w="63500">
              <a:solidFill>
                <a:srgbClr val="D883FF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Title 1">
            <a:extLst>
              <a:ext uri="{FF2B5EF4-FFF2-40B4-BE49-F238E27FC236}">
                <a16:creationId xmlns:a16="http://schemas.microsoft.com/office/drawing/2014/main" id="{65A539D3-405C-AC2F-B412-9DD9E35AF388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4592080" cy="40499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359999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3622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D4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4EEA658-C998-1F73-5B75-59483A38ED67}"/>
              </a:ext>
            </a:extLst>
          </p:cNvPr>
          <p:cNvSpPr txBox="1"/>
          <p:nvPr/>
        </p:nvSpPr>
        <p:spPr>
          <a:xfrm>
            <a:off x="25663190" y="1193980"/>
            <a:ext cx="1033654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/>
              <a:t>Notes: Length from corners = 6.23 mm</a:t>
            </a:r>
          </a:p>
        </p:txBody>
      </p:sp>
    </p:spTree>
    <p:extLst>
      <p:ext uri="{BB962C8B-B14F-4D97-AF65-F5344CB8AC3E}">
        <p14:creationId xmlns:p14="http://schemas.microsoft.com/office/powerpoint/2010/main" val="39681095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B14E2F-666C-026E-FDE0-0381C2C0D1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ACB25A1-274D-6ED0-1031-F7E387C7D0F2}"/>
              </a:ext>
            </a:extLst>
          </p:cNvPr>
          <p:cNvSpPr/>
          <p:nvPr/>
        </p:nvSpPr>
        <p:spPr>
          <a:xfrm>
            <a:off x="4575469" y="2820533"/>
            <a:ext cx="26388000" cy="26848800"/>
          </a:xfrm>
          <a:prstGeom prst="rect">
            <a:avLst/>
          </a:prstGeom>
          <a:noFill/>
          <a:ln w="635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592460F-A4BA-96E2-D2FC-6D03FA8BE740}"/>
              </a:ext>
            </a:extLst>
          </p:cNvPr>
          <p:cNvSpPr/>
          <p:nvPr/>
        </p:nvSpPr>
        <p:spPr>
          <a:xfrm>
            <a:off x="6123600" y="3546000"/>
            <a:ext cx="23828400" cy="24390000"/>
          </a:xfrm>
          <a:prstGeom prst="rect">
            <a:avLst/>
          </a:prstGeom>
          <a:noFill/>
          <a:ln w="635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102BAF7-80BD-9753-637A-C641669C3341}"/>
              </a:ext>
            </a:extLst>
          </p:cNvPr>
          <p:cNvSpPr txBox="1"/>
          <p:nvPr/>
        </p:nvSpPr>
        <p:spPr>
          <a:xfrm>
            <a:off x="1837547" y="14961138"/>
            <a:ext cx="204575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/>
              <a:t>74.58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71B6337-356A-638F-0D7B-782BE6716DE9}"/>
              </a:ext>
            </a:extLst>
          </p:cNvPr>
          <p:cNvSpPr txBox="1"/>
          <p:nvPr/>
        </p:nvSpPr>
        <p:spPr>
          <a:xfrm>
            <a:off x="12479945" y="1607770"/>
            <a:ext cx="163538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/>
              <a:t>73.3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D5AB4F4-076C-A4E0-C4F4-1F461F58EF77}"/>
              </a:ext>
            </a:extLst>
          </p:cNvPr>
          <p:cNvSpPr txBox="1"/>
          <p:nvPr/>
        </p:nvSpPr>
        <p:spPr>
          <a:xfrm>
            <a:off x="2296040" y="8007860"/>
            <a:ext cx="204575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67.75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131A853-B4BB-DAB5-12FC-058C8769D14C}"/>
              </a:ext>
            </a:extLst>
          </p:cNvPr>
          <p:cNvSpPr txBox="1"/>
          <p:nvPr/>
        </p:nvSpPr>
        <p:spPr>
          <a:xfrm>
            <a:off x="8780560" y="1804869"/>
            <a:ext cx="204575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66.19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AF75C10B-0459-2536-DF89-357CC9822644}"/>
              </a:ext>
            </a:extLst>
          </p:cNvPr>
          <p:cNvCxnSpPr>
            <a:cxnSpLocks/>
          </p:cNvCxnSpPr>
          <p:nvPr/>
        </p:nvCxnSpPr>
        <p:spPr>
          <a:xfrm>
            <a:off x="28353600" y="27936000"/>
            <a:ext cx="1598400" cy="0"/>
          </a:xfrm>
          <a:prstGeom prst="line">
            <a:avLst/>
          </a:prstGeom>
          <a:ln w="76200">
            <a:solidFill>
              <a:srgbClr val="FF2F9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58C14CCD-3476-A736-4D1C-B7A2A5726A59}"/>
              </a:ext>
            </a:extLst>
          </p:cNvPr>
          <p:cNvCxnSpPr>
            <a:cxnSpLocks/>
          </p:cNvCxnSpPr>
          <p:nvPr/>
        </p:nvCxnSpPr>
        <p:spPr>
          <a:xfrm flipV="1">
            <a:off x="6123600" y="3546000"/>
            <a:ext cx="0" cy="2361600"/>
          </a:xfrm>
          <a:prstGeom prst="line">
            <a:avLst/>
          </a:prstGeom>
          <a:ln w="63500">
            <a:solidFill>
              <a:srgbClr val="FF2F9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1D7A1D02-999B-D97F-1A03-148D40B3E0AD}"/>
              </a:ext>
            </a:extLst>
          </p:cNvPr>
          <p:cNvCxnSpPr>
            <a:cxnSpLocks/>
          </p:cNvCxnSpPr>
          <p:nvPr/>
        </p:nvCxnSpPr>
        <p:spPr>
          <a:xfrm>
            <a:off x="6108587" y="5890698"/>
            <a:ext cx="22260024" cy="22028400"/>
          </a:xfrm>
          <a:prstGeom prst="line">
            <a:avLst/>
          </a:prstGeom>
          <a:ln w="63500">
            <a:solidFill>
              <a:srgbClr val="FF2F9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53DCC8DB-A623-9163-DC4A-6DFE7CDD5214}"/>
              </a:ext>
            </a:extLst>
          </p:cNvPr>
          <p:cNvCxnSpPr>
            <a:cxnSpLocks/>
          </p:cNvCxnSpPr>
          <p:nvPr/>
        </p:nvCxnSpPr>
        <p:spPr>
          <a:xfrm flipV="1">
            <a:off x="34320480" y="1488003"/>
            <a:ext cx="0" cy="2705029"/>
          </a:xfrm>
          <a:prstGeom prst="straightConnector1">
            <a:avLst/>
          </a:prstGeom>
          <a:ln w="82550"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7694B6E6-1DC3-F88F-64C3-7E47FA3194BE}"/>
              </a:ext>
            </a:extLst>
          </p:cNvPr>
          <p:cNvSpPr txBox="1"/>
          <p:nvPr/>
        </p:nvSpPr>
        <p:spPr>
          <a:xfrm>
            <a:off x="30132000" y="523905"/>
            <a:ext cx="538391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/>
              <a:t>1.5 wiggle room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824C39F4-6416-3620-FEE1-E901EBDC3F2D}"/>
              </a:ext>
            </a:extLst>
          </p:cNvPr>
          <p:cNvCxnSpPr>
            <a:cxnSpLocks/>
          </p:cNvCxnSpPr>
          <p:nvPr/>
        </p:nvCxnSpPr>
        <p:spPr>
          <a:xfrm flipV="1">
            <a:off x="6125800" y="5745600"/>
            <a:ext cx="0" cy="162000"/>
          </a:xfrm>
          <a:prstGeom prst="line">
            <a:avLst/>
          </a:prstGeom>
          <a:ln w="63500">
            <a:solidFill>
              <a:srgbClr val="73FEFF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0BFDC581-1F3A-B94E-B80E-D4F67F9BDFB6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4592080" cy="40499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359999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3622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D4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BA107BD-E6FD-47F6-3166-C47761020887}"/>
              </a:ext>
            </a:extLst>
          </p:cNvPr>
          <p:cNvGrpSpPr/>
          <p:nvPr/>
        </p:nvGrpSpPr>
        <p:grpSpPr>
          <a:xfrm>
            <a:off x="6231600" y="3659457"/>
            <a:ext cx="23040000" cy="23040000"/>
            <a:chOff x="6231600" y="4474800"/>
            <a:chExt cx="23040000" cy="230400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B77B2D5-1278-1210-1A3C-E4158B631BB7}"/>
                </a:ext>
              </a:extLst>
            </p:cNvPr>
            <p:cNvSpPr/>
            <p:nvPr/>
          </p:nvSpPr>
          <p:spPr>
            <a:xfrm>
              <a:off x="6231600" y="4474800"/>
              <a:ext cx="23040000" cy="23040000"/>
            </a:xfrm>
            <a:prstGeom prst="rect">
              <a:avLst/>
            </a:prstGeom>
            <a:noFill/>
            <a:ln w="63500">
              <a:solidFill>
                <a:schemeClr val="accent5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86AB8462-E531-0926-86FF-580971D5CE36}"/>
                </a:ext>
              </a:extLst>
            </p:cNvPr>
            <p:cNvCxnSpPr/>
            <p:nvPr/>
          </p:nvCxnSpPr>
          <p:spPr>
            <a:xfrm>
              <a:off x="6231600" y="4474800"/>
              <a:ext cx="0" cy="2242800"/>
            </a:xfrm>
            <a:prstGeom prst="line">
              <a:avLst/>
            </a:prstGeom>
            <a:ln w="63500">
              <a:solidFill>
                <a:srgbClr val="D883FF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23659090-C7A8-E6FE-D359-97A60BE2480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028800" y="27514800"/>
              <a:ext cx="2242800" cy="0"/>
            </a:xfrm>
            <a:prstGeom prst="line">
              <a:avLst/>
            </a:prstGeom>
            <a:ln w="63500">
              <a:solidFill>
                <a:srgbClr val="D883FF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BF5B4287-CD59-6329-AF0A-B1714145115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231600" y="6717600"/>
              <a:ext cx="20797200" cy="20797200"/>
            </a:xfrm>
            <a:prstGeom prst="line">
              <a:avLst/>
            </a:prstGeom>
            <a:ln w="63500">
              <a:solidFill>
                <a:srgbClr val="D883FF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8AA54AF0-DBCC-C7C0-D58C-C4FDCD9DBA35}"/>
              </a:ext>
            </a:extLst>
          </p:cNvPr>
          <p:cNvSpPr txBox="1"/>
          <p:nvPr/>
        </p:nvSpPr>
        <p:spPr>
          <a:xfrm>
            <a:off x="3513220" y="30348169"/>
            <a:ext cx="15470710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/>
              <a:t>Notes: Silicon placed 0.3mm from left, 1.79 mm from side</a:t>
            </a:r>
          </a:p>
          <a:p>
            <a:r>
              <a:rPr lang="en-US" sz="4800" dirty="0"/>
              <a:t>Best Silicon Placement: </a:t>
            </a:r>
          </a:p>
          <a:p>
            <a:r>
              <a:rPr lang="en-US" sz="4800" dirty="0"/>
              <a:t>From top = 0.32 mm</a:t>
            </a:r>
          </a:p>
          <a:p>
            <a:r>
              <a:rPr lang="en-US" sz="4800" dirty="0"/>
              <a:t>From bottom = 3.43 mm</a:t>
            </a:r>
          </a:p>
          <a:p>
            <a:r>
              <a:rPr lang="en-US" sz="4800" dirty="0"/>
              <a:t>From left = 0.3 mm</a:t>
            </a:r>
          </a:p>
          <a:p>
            <a:r>
              <a:rPr lang="en-US" sz="4800" dirty="0" err="1"/>
              <a:t>Fromt</a:t>
            </a:r>
            <a:r>
              <a:rPr lang="en-US" sz="4800" dirty="0"/>
              <a:t> right = 1.89 mm</a:t>
            </a:r>
          </a:p>
        </p:txBody>
      </p:sp>
    </p:spTree>
    <p:extLst>
      <p:ext uri="{BB962C8B-B14F-4D97-AF65-F5344CB8AC3E}">
        <p14:creationId xmlns:p14="http://schemas.microsoft.com/office/powerpoint/2010/main" val="34044655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FC9535-0B2F-7911-AD57-662E40224E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519AD0EC-36E6-68A5-4BC0-E8E020528D9F}"/>
              </a:ext>
            </a:extLst>
          </p:cNvPr>
          <p:cNvGrpSpPr/>
          <p:nvPr/>
        </p:nvGrpSpPr>
        <p:grpSpPr>
          <a:xfrm>
            <a:off x="6231600" y="4573860"/>
            <a:ext cx="23040000" cy="23040000"/>
            <a:chOff x="6231600" y="4474800"/>
            <a:chExt cx="23040000" cy="23040000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70BD568-FD70-B66D-515C-F8568F8B6471}"/>
                </a:ext>
              </a:extLst>
            </p:cNvPr>
            <p:cNvSpPr/>
            <p:nvPr/>
          </p:nvSpPr>
          <p:spPr>
            <a:xfrm>
              <a:off x="6231600" y="4474800"/>
              <a:ext cx="23040000" cy="23040000"/>
            </a:xfrm>
            <a:prstGeom prst="rect">
              <a:avLst/>
            </a:prstGeom>
            <a:noFill/>
            <a:ln w="63500">
              <a:solidFill>
                <a:schemeClr val="accent5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8420B04-42EF-78FB-F76E-1C0370F5BCDE}"/>
                </a:ext>
              </a:extLst>
            </p:cNvPr>
            <p:cNvCxnSpPr/>
            <p:nvPr/>
          </p:nvCxnSpPr>
          <p:spPr>
            <a:xfrm>
              <a:off x="6231600" y="4474800"/>
              <a:ext cx="0" cy="2988000"/>
            </a:xfrm>
            <a:prstGeom prst="line">
              <a:avLst/>
            </a:prstGeom>
            <a:ln w="63500">
              <a:solidFill>
                <a:srgbClr val="D883FF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4BC6C16B-2EE9-A9F0-7529-79B586F5889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283600" y="27514800"/>
              <a:ext cx="2988000" cy="0"/>
            </a:xfrm>
            <a:prstGeom prst="line">
              <a:avLst/>
            </a:prstGeom>
            <a:ln w="63500">
              <a:solidFill>
                <a:srgbClr val="D883FF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9CC869F-5E7A-6172-EDA8-E735511BCD4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231600" y="7462800"/>
              <a:ext cx="20052000" cy="20052000"/>
            </a:xfrm>
            <a:prstGeom prst="line">
              <a:avLst/>
            </a:prstGeom>
            <a:ln w="63500">
              <a:solidFill>
                <a:srgbClr val="D883FF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Title 1">
            <a:extLst>
              <a:ext uri="{FF2B5EF4-FFF2-40B4-BE49-F238E27FC236}">
                <a16:creationId xmlns:a16="http://schemas.microsoft.com/office/drawing/2014/main" id="{E3D5B19D-CF57-EF37-FD18-22A3B189ED9B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4592080" cy="40499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359999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3622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D4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945F190-C314-D283-39E4-9262806D65B9}"/>
              </a:ext>
            </a:extLst>
          </p:cNvPr>
          <p:cNvSpPr txBox="1"/>
          <p:nvPr/>
        </p:nvSpPr>
        <p:spPr>
          <a:xfrm>
            <a:off x="25663190" y="1193980"/>
            <a:ext cx="9684446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/>
              <a:t>Notes: Another potential placement</a:t>
            </a:r>
          </a:p>
          <a:p>
            <a:r>
              <a:rPr lang="en-US" sz="4800" dirty="0"/>
              <a:t> Length from corners = 8.30 mm</a:t>
            </a:r>
          </a:p>
        </p:txBody>
      </p:sp>
    </p:spTree>
    <p:extLst>
      <p:ext uri="{BB962C8B-B14F-4D97-AF65-F5344CB8AC3E}">
        <p14:creationId xmlns:p14="http://schemas.microsoft.com/office/powerpoint/2010/main" val="7856575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CB54F8-298B-5FE3-C8B3-171436D21B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EF62A6F-5054-6AA2-BC47-71CB2C8103AB}"/>
              </a:ext>
            </a:extLst>
          </p:cNvPr>
          <p:cNvSpPr/>
          <p:nvPr/>
        </p:nvSpPr>
        <p:spPr>
          <a:xfrm>
            <a:off x="4575469" y="2820533"/>
            <a:ext cx="26388000" cy="26848800"/>
          </a:xfrm>
          <a:prstGeom prst="rect">
            <a:avLst/>
          </a:prstGeom>
          <a:noFill/>
          <a:ln w="635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D732449-AFEA-7E59-FDB3-E35A8880BF43}"/>
              </a:ext>
            </a:extLst>
          </p:cNvPr>
          <p:cNvSpPr/>
          <p:nvPr/>
        </p:nvSpPr>
        <p:spPr>
          <a:xfrm>
            <a:off x="6123600" y="3546000"/>
            <a:ext cx="23828400" cy="24390000"/>
          </a:xfrm>
          <a:prstGeom prst="rect">
            <a:avLst/>
          </a:prstGeom>
          <a:noFill/>
          <a:ln w="635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31CA08F-96B5-DEF8-BB93-C83EED5C985D}"/>
              </a:ext>
            </a:extLst>
          </p:cNvPr>
          <p:cNvSpPr txBox="1"/>
          <p:nvPr/>
        </p:nvSpPr>
        <p:spPr>
          <a:xfrm>
            <a:off x="1837547" y="14961138"/>
            <a:ext cx="204575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/>
              <a:t>74.58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3BAC824-C7B1-B075-D861-E533A5B21A84}"/>
              </a:ext>
            </a:extLst>
          </p:cNvPr>
          <p:cNvSpPr txBox="1"/>
          <p:nvPr/>
        </p:nvSpPr>
        <p:spPr>
          <a:xfrm>
            <a:off x="12479945" y="1607770"/>
            <a:ext cx="163538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/>
              <a:t>73.3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7A72D87-9004-35F9-AB2C-133122CEC810}"/>
              </a:ext>
            </a:extLst>
          </p:cNvPr>
          <p:cNvSpPr txBox="1"/>
          <p:nvPr/>
        </p:nvSpPr>
        <p:spPr>
          <a:xfrm>
            <a:off x="2296040" y="8007860"/>
            <a:ext cx="204575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67.75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FA74889-BC14-BF00-683C-B0A197D636BC}"/>
              </a:ext>
            </a:extLst>
          </p:cNvPr>
          <p:cNvSpPr txBox="1"/>
          <p:nvPr/>
        </p:nvSpPr>
        <p:spPr>
          <a:xfrm>
            <a:off x="8780560" y="1804869"/>
            <a:ext cx="204575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66.19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940BF6C1-6F58-4A0D-1467-CF673C3B08E8}"/>
              </a:ext>
            </a:extLst>
          </p:cNvPr>
          <p:cNvCxnSpPr>
            <a:cxnSpLocks/>
          </p:cNvCxnSpPr>
          <p:nvPr/>
        </p:nvCxnSpPr>
        <p:spPr>
          <a:xfrm>
            <a:off x="28353600" y="27936000"/>
            <a:ext cx="1598400" cy="0"/>
          </a:xfrm>
          <a:prstGeom prst="line">
            <a:avLst/>
          </a:prstGeom>
          <a:ln w="76200">
            <a:solidFill>
              <a:srgbClr val="FF2F9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45EF0CB-7F2F-9678-ED55-11B4337A00A0}"/>
              </a:ext>
            </a:extLst>
          </p:cNvPr>
          <p:cNvCxnSpPr>
            <a:cxnSpLocks/>
          </p:cNvCxnSpPr>
          <p:nvPr/>
        </p:nvCxnSpPr>
        <p:spPr>
          <a:xfrm flipV="1">
            <a:off x="6123600" y="3546000"/>
            <a:ext cx="0" cy="2361600"/>
          </a:xfrm>
          <a:prstGeom prst="line">
            <a:avLst/>
          </a:prstGeom>
          <a:ln w="63500">
            <a:solidFill>
              <a:srgbClr val="FF2F9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8B21C59B-D974-BADF-36A1-67913237B069}"/>
              </a:ext>
            </a:extLst>
          </p:cNvPr>
          <p:cNvCxnSpPr>
            <a:cxnSpLocks/>
          </p:cNvCxnSpPr>
          <p:nvPr/>
        </p:nvCxnSpPr>
        <p:spPr>
          <a:xfrm>
            <a:off x="6108587" y="5890698"/>
            <a:ext cx="22260024" cy="22028400"/>
          </a:xfrm>
          <a:prstGeom prst="line">
            <a:avLst/>
          </a:prstGeom>
          <a:ln w="63500">
            <a:solidFill>
              <a:srgbClr val="FF2F9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83ABBAAC-DF63-8030-67BC-B86542949EA4}"/>
              </a:ext>
            </a:extLst>
          </p:cNvPr>
          <p:cNvCxnSpPr>
            <a:cxnSpLocks/>
          </p:cNvCxnSpPr>
          <p:nvPr/>
        </p:nvCxnSpPr>
        <p:spPr>
          <a:xfrm flipV="1">
            <a:off x="34320480" y="1488003"/>
            <a:ext cx="0" cy="2705029"/>
          </a:xfrm>
          <a:prstGeom prst="straightConnector1">
            <a:avLst/>
          </a:prstGeom>
          <a:ln w="82550"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D0330E7F-01CF-52C8-0F21-50A48B30730C}"/>
              </a:ext>
            </a:extLst>
          </p:cNvPr>
          <p:cNvSpPr txBox="1"/>
          <p:nvPr/>
        </p:nvSpPr>
        <p:spPr>
          <a:xfrm>
            <a:off x="30132000" y="523905"/>
            <a:ext cx="538391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/>
              <a:t>1.5 wiggle room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54ED137C-B153-11CD-FABB-57D22E62A904}"/>
              </a:ext>
            </a:extLst>
          </p:cNvPr>
          <p:cNvCxnSpPr>
            <a:cxnSpLocks/>
          </p:cNvCxnSpPr>
          <p:nvPr/>
        </p:nvCxnSpPr>
        <p:spPr>
          <a:xfrm flipV="1">
            <a:off x="6125800" y="5745600"/>
            <a:ext cx="0" cy="162000"/>
          </a:xfrm>
          <a:prstGeom prst="line">
            <a:avLst/>
          </a:prstGeom>
          <a:ln w="63500">
            <a:solidFill>
              <a:srgbClr val="73FEFF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8F64DDFC-5E59-E66C-3B27-4CEA9FD64FEE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4592080" cy="40499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359999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3622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D4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744E66D-A7F6-1BFA-3335-2A24E6EC9FE5}"/>
              </a:ext>
            </a:extLst>
          </p:cNvPr>
          <p:cNvGrpSpPr/>
          <p:nvPr/>
        </p:nvGrpSpPr>
        <p:grpSpPr>
          <a:xfrm>
            <a:off x="6231600" y="2970032"/>
            <a:ext cx="23040000" cy="23040000"/>
            <a:chOff x="6231600" y="4474800"/>
            <a:chExt cx="23040000" cy="2304000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56E5F8D9-AA2A-B34E-21CB-7C5317034493}"/>
                </a:ext>
              </a:extLst>
            </p:cNvPr>
            <p:cNvSpPr/>
            <p:nvPr/>
          </p:nvSpPr>
          <p:spPr>
            <a:xfrm>
              <a:off x="6231600" y="4474800"/>
              <a:ext cx="23040000" cy="23040000"/>
            </a:xfrm>
            <a:prstGeom prst="rect">
              <a:avLst/>
            </a:prstGeom>
            <a:noFill/>
            <a:ln w="63500">
              <a:solidFill>
                <a:schemeClr val="accent5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0E5F19E0-44E5-7571-0A52-09F5E00FC108}"/>
                </a:ext>
              </a:extLst>
            </p:cNvPr>
            <p:cNvCxnSpPr/>
            <p:nvPr/>
          </p:nvCxnSpPr>
          <p:spPr>
            <a:xfrm>
              <a:off x="6231600" y="4474800"/>
              <a:ext cx="0" cy="2988000"/>
            </a:xfrm>
            <a:prstGeom prst="line">
              <a:avLst/>
            </a:prstGeom>
            <a:ln w="63500">
              <a:solidFill>
                <a:srgbClr val="D883FF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CB449BFE-4D0A-E898-2A18-523257063F8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283600" y="27514800"/>
              <a:ext cx="2988000" cy="0"/>
            </a:xfrm>
            <a:prstGeom prst="line">
              <a:avLst/>
            </a:prstGeom>
            <a:ln w="63500">
              <a:solidFill>
                <a:srgbClr val="D883FF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ABB6910F-9487-9308-BA6D-F090B34FCA9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231600" y="7462800"/>
              <a:ext cx="20052000" cy="20052000"/>
            </a:xfrm>
            <a:prstGeom prst="line">
              <a:avLst/>
            </a:prstGeom>
            <a:ln w="63500">
              <a:solidFill>
                <a:srgbClr val="D883FF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36FF90F3-3235-FB6F-77DA-9ADF83FED4BE}"/>
              </a:ext>
            </a:extLst>
          </p:cNvPr>
          <p:cNvSpPr txBox="1"/>
          <p:nvPr/>
        </p:nvSpPr>
        <p:spPr>
          <a:xfrm>
            <a:off x="17029539" y="762627"/>
            <a:ext cx="1108771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b="1" dirty="0"/>
              <a:t>GIVES UNPHYSICAL RESULTS!!!</a:t>
            </a:r>
          </a:p>
        </p:txBody>
      </p:sp>
    </p:spTree>
    <p:extLst>
      <p:ext uri="{BB962C8B-B14F-4D97-AF65-F5344CB8AC3E}">
        <p14:creationId xmlns:p14="http://schemas.microsoft.com/office/powerpoint/2010/main" val="19351598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1669</TotalTime>
  <Words>133</Words>
  <Application>Microsoft Macintosh PowerPoint</Application>
  <PresentationFormat>Custom</PresentationFormat>
  <Paragraphs>40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Sydney Plante</dc:creator>
  <cp:lastModifiedBy>Sydney Plante</cp:lastModifiedBy>
  <cp:revision>7</cp:revision>
  <dcterms:created xsi:type="dcterms:W3CDTF">2026-09-03T21:02:36Z</dcterms:created>
  <dcterms:modified xsi:type="dcterms:W3CDTF">2026-09-17T23:30:04Z</dcterms:modified>
</cp:coreProperties>
</file>